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7" r:id="rId14"/>
    <p:sldId id="273" r:id="rId15"/>
    <p:sldId id="268" r:id="rId16"/>
    <p:sldId id="274" r:id="rId17"/>
    <p:sldId id="269" r:id="rId18"/>
    <p:sldId id="276" r:id="rId19"/>
    <p:sldId id="277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91" d="100"/>
          <a:sy n="91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ya Maram" userId="2806fdc4794c46c8" providerId="LiveId" clId="{CACE1FCB-BCA2-4731-80E4-6331F200AE20}"/>
    <pc:docChg chg="undo custSel modSld">
      <pc:chgData name="Navya Maram" userId="2806fdc4794c46c8" providerId="LiveId" clId="{CACE1FCB-BCA2-4731-80E4-6331F200AE20}" dt="2026-03-22T09:12:42.053" v="34" actId="20577"/>
      <pc:docMkLst>
        <pc:docMk/>
      </pc:docMkLst>
      <pc:sldChg chg="modSp mod">
        <pc:chgData name="Navya Maram" userId="2806fdc4794c46c8" providerId="LiveId" clId="{CACE1FCB-BCA2-4731-80E4-6331F200AE20}" dt="2026-03-22T09:12:42.053" v="34" actId="20577"/>
        <pc:sldMkLst>
          <pc:docMk/>
          <pc:sldMk cId="0" sldId="256"/>
        </pc:sldMkLst>
        <pc:spChg chg="mod">
          <ac:chgData name="Navya Maram" userId="2806fdc4794c46c8" providerId="LiveId" clId="{CACE1FCB-BCA2-4731-80E4-6331F200AE20}" dt="2026-03-22T09:12:12.359" v="1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vya Maram" userId="2806fdc4794c46c8" providerId="LiveId" clId="{CACE1FCB-BCA2-4731-80E4-6331F200AE20}" dt="2026-03-22T09:12:42.053" v="3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Navya Maram" userId="2806fdc4794c46c8" providerId="LiveId" clId="{CACE1FCB-BCA2-4731-80E4-6331F200AE20}" dt="2026-02-20T13:01:41.691" v="7" actId="207"/>
        <pc:sldMkLst>
          <pc:docMk/>
          <pc:sldMk cId="0" sldId="258"/>
        </pc:sldMkLst>
        <pc:spChg chg="mod">
          <ac:chgData name="Navya Maram" userId="2806fdc4794c46c8" providerId="LiveId" clId="{CACE1FCB-BCA2-4731-80E4-6331F200AE20}" dt="2026-02-20T13:01:41.691" v="7" actId="20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Navya Maram" userId="2806fdc4794c46c8" providerId="LiveId" clId="{CACE1FCB-BCA2-4731-80E4-6331F200AE20}" dt="2026-03-04T09:14:40.167" v="8" actId="1038"/>
        <pc:sldMkLst>
          <pc:docMk/>
          <pc:sldMk cId="0" sldId="268"/>
        </pc:sldMkLst>
        <pc:picChg chg="mod">
          <ac:chgData name="Navya Maram" userId="2806fdc4794c46c8" providerId="LiveId" clId="{CACE1FCB-BCA2-4731-80E4-6331F200AE20}" dt="2026-03-04T09:14:40.167" v="8" actId="1038"/>
          <ac:picMkLst>
            <pc:docMk/>
            <pc:sldMk cId="0" sldId="268"/>
            <ac:picMk id="7" creationId="{B46AD548-5C25-B4AC-FC78-7B611BCBF87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456E3-87C8-49DB-B011-A4BB350AA5E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705AC-7022-4F4F-8BBC-A3C1247B1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0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705AC-7022-4F4F-8BBC-A3C1247B1E4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265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705AC-7022-4F4F-8BBC-A3C1247B1E4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340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705AC-7022-4F4F-8BBC-A3C1247B1E4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150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011F-5760-681C-E19F-E53C01119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E9446-9FD6-FC91-DBDB-0D21C05A9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48130-44F8-1A72-F8F7-656569EE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57422-14E1-A44B-64AB-EAC9417D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23E13-4C8E-A9A7-FAE6-A71E2C72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2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87416-0F9E-4F95-A51E-BFB9F541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A7E7-B39F-F478-C82B-33AAEC0EC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4661A-67E9-7F48-2135-DDB3AF03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F348-2267-63E6-E46D-C495A945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83EDA-7983-E951-8A08-1478C30B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0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D396-464E-3AC7-1309-5B7CF082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1EED9-5ADA-8DB2-1E5F-3F1124776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27CC-20DD-7503-B5CD-3B64A374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6375F-D97B-47A9-43B2-0A610B37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040E4-42D9-0487-8FD1-AC1360EE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4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FC31-AF88-EE0D-F146-911F470E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5780F-F63C-84F5-80B2-27EBFD928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5C9E2-D74B-6191-4CCC-11D566196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BA451-5349-177A-71A5-F2029AC7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A34AF-1610-885E-1629-0AE130AFD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CF18A-C0C3-D728-6758-9DB7ACC3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94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D4A2-8FBD-B6B6-A0CF-3B942FD4F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2D90C-F733-A39F-E244-A6E49AC53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95586-0CB2-8446-0057-9FA89B4C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50153-EC58-43E1-BEA8-A3DBCDEB8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17F6D-7711-9789-FD1E-FF37A5B56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397ACC-4A32-C9D6-AB11-DAFB5B32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D2026F-87CC-F88C-7402-2C6B0E249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259DC-B42A-28FC-4A6A-B6811827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12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6739-A66C-CB1D-0946-9C1F1B931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13D0F-0D89-6381-018D-F01DFD4F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11ACC-CC96-2243-B69D-314E8B8F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8E5F7-DE88-AD85-780C-19405EA43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18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4EA9B-5DBE-25CE-A219-9130A238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8034DF-F380-81FA-CDF8-3D190B2D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89102-933E-CB58-5EC5-F174639B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7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F1EF-DC08-D478-1D15-BEB6EBAC0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5E01A-6942-0532-9E67-7A109D046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949D1-877B-D2E5-43BE-58EEBFE1C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04B8-0425-D243-B501-083D8054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CE860-3BEB-5D1C-7758-31E73C94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13A20-540E-1ED7-E53B-23C14638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1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0CA9-F5BB-70D3-D597-1C5E4AE5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43949-7ADF-8BCA-2C65-8EE1F9F9B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8E8BF-4468-5C77-BAC6-776580C44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CE750-114E-CBF2-EBA7-C08263C1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CF994-7482-6D83-CDEC-BBB8B969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16E5-93D8-14E4-EBA0-32E29FB1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4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122C-5F99-B245-F22E-3B2CE045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2DBC5-6084-0710-4DD8-C7C33A37C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BD0B9-ECEA-454D-954A-E8728683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14273-1673-9485-D3FF-C2E3D7A4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BBA32-CAEF-9DDB-EF5D-DFB38556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57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9E44F-4CC9-FB9C-A12F-4B496A85DE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F6043-00B4-9C1A-2AE6-A6AE96ED7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A70AA-C67A-994E-9D9A-2CDC4CBB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6865-D3C8-4C9C-A013-DD949F31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6249A-DFBC-3164-414E-419D6A2D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0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93E4AE-FBF8-7C38-B2B7-5F24840D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6A0EA-824D-10D6-6652-D4529C0FC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58FD-80C9-8387-F27C-BB9211E17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45203-9398-2046-828B-E2005CC850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FFCE8-9755-2AF7-ED1E-BF19AEFC8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58626-41B3-221F-02D8-A9373801B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0B500-070D-F24E-9AF1-7BC88BB0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6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90/su13094639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259" y="107576"/>
            <a:ext cx="9717741" cy="66338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AR-MULTI++ Web: Context-Aware Multilingual Scene Text Recognition, Translation,                  and Voice Output with  Augmented Reality Simulation</a:t>
            </a:r>
            <a:endParaRPr sz="2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313764" y="2402541"/>
            <a:ext cx="9897036" cy="4311597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Seshadri Rao </a:t>
            </a: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Gudlavalleru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Engineering College, </a:t>
            </a: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Gudlavalleru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Department of  Computer Science and Engineering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By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M.Navya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        22481A05E1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P.Varshitha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     22481A05J4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N.Karthik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       22418A05G9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M.Raj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Vardhan                             22481A05E7</a:t>
            </a:r>
          </a:p>
          <a:p>
            <a:endParaRPr lang="en-US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Under the guidance of</a:t>
            </a:r>
          </a:p>
          <a:p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Mr.P.S.GANESH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                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Department of CSE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FC3FF-D1D3-143B-6B16-BF80E2ABD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756" y="841828"/>
            <a:ext cx="1973044" cy="1489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7374" y="2463114"/>
            <a:ext cx="7224584" cy="20017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AR-MULTI++ Web :  Context-Aware Multilingual Scene Text Recognition, Translation, and Voice Output with Augmented Reality Simulation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/>
          </a:p>
        </p:txBody>
      </p:sp>
      <p:pic>
        <p:nvPicPr>
          <p:cNvPr id="4" name="Picture 3" descr="image.jpg">
            <a:extLst>
              <a:ext uri="{FF2B5EF4-FFF2-40B4-BE49-F238E27FC236}">
                <a16:creationId xmlns:a16="http://schemas.microsoft.com/office/drawing/2014/main" id="{9669A116-9008-06FC-73D4-E664F3117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4" y="966487"/>
            <a:ext cx="4151870" cy="4694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956" y="1690689"/>
            <a:ext cx="9764785" cy="36363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AR-MULTI++ enables seamless multilingual communication by combining Scene Text Recognition (STR), context-aware translation, and speech synthesis. It processes text from images in multiple languages, including mixed forms like Hinglish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image enhancement for low-quality inputs. Unlike traditional pipelines, it uses scene-context analysis for higher accuracy. Translations appear as AR overlays and are voiced in the user’s preferred language, making it practical for travelers, educators, and accessibility needs.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485389" cy="4351338"/>
          </a:xfrm>
        </p:spPr>
        <p:txBody>
          <a:bodyPr/>
          <a:lstStyle/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proliferation of visual information in daily life necessitates efficient ways to process and understand it.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present in images, signs, menus, and documents often requires translation or reading assistance.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include handling multiple languages, poor image quality, and the need for real-time, context-aware processing.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AR-MULTI++ aims to bridge these gaps by providing an accessible, intelligent, and versatile solution</a:t>
            </a:r>
            <a:r>
              <a:rPr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3152B-3F41-D564-0A58-7F1CD98E3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854" y="1577639"/>
            <a:ext cx="3702721" cy="37027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3574"/>
            <a:ext cx="7215231" cy="4633389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 (Camera / Lens)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real-time camera-based translation with text-to-speech output.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internet connectivity and shows reduced accuracy for mixed-language and context-dependent text.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Translator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camera-based translation with voice output.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Lacks AR overlay support, with weaker mixed-language and contextual interpretation.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Translate with Live Text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image-based text detection and translation.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Restricted to iOS devices, with limited Indian language coverage and no contextual translation.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OCR Tools (Tesseract, ML Kit,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Offer multilingual text recognition via APIs.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manual integration and lack AR visualization, contextual translation, and mixed-language handling.</a:t>
            </a:r>
          </a:p>
          <a:p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06ECD-D99F-4C05-3062-67F54217A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534" y="1543574"/>
            <a:ext cx="3678000" cy="4124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AR-MULTI++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61558" cy="4004724"/>
          </a:xfrm>
        </p:spPr>
        <p:txBody>
          <a:bodyPr wrap="square">
            <a:noAutofit/>
          </a:bodyPr>
          <a:lstStyle/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application for text recognition, translation, and text-to-speech.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OCR capable of recognizing text in various languages, including mixed scripts.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translation engine to improve accuracy.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Text-to-Speech (TTS) for audible output of translated text.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Augmented Reality overlay on standard display screens.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image pre-processing for enhanced recognition in challenging conditions.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508" y="1825625"/>
            <a:ext cx="3041904" cy="3041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709" y="457200"/>
            <a:ext cx="6791497" cy="671513"/>
          </a:xfrm>
        </p:spPr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 Diagram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7033" y="1662544"/>
            <a:ext cx="8986057" cy="748147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illustrating the data flow from image input through recognition, translation, voice synthesis, and AR display.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FF125B-F8F0-702C-7C6B-6350272F7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1" y="2743200"/>
            <a:ext cx="10008523" cy="29860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956" y="1551963"/>
            <a:ext cx="10405844" cy="4625000"/>
          </a:xfrm>
        </p:spPr>
        <p:txBody>
          <a:bodyPr/>
          <a:lstStyle/>
          <a:p>
            <a:pPr algn="just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Capturing images or using existing ones from the device gallery.</a:t>
            </a:r>
          </a:p>
          <a:p>
            <a:pPr algn="just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Pre-processing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Enhancing image quality (denoising, contrast adjustment,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deskewing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 Text Recognition (OCR):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and recognizing text regions in the image.</a:t>
            </a:r>
          </a:p>
          <a:p>
            <a:pPr algn="just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Identification: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the language(s) of the recognized text.</a:t>
            </a:r>
          </a:p>
          <a:p>
            <a:pPr algn="just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Translation: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text, leveraging scene context and object recognition if available.</a:t>
            </a:r>
          </a:p>
          <a:p>
            <a:pPr algn="just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 Engine: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translated text into spoken audio.</a:t>
            </a:r>
          </a:p>
          <a:p>
            <a:pPr algn="just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Overlay Simulation: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translated text overlaid on the original image/video feed on a standard screen.</a:t>
            </a:r>
          </a:p>
          <a:p>
            <a:pPr algn="just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Spelling Correction: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language models to fix minor OCR or translation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639650" cy="2729597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OCR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scene text images.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multiple languages.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text-to-speech audio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AR-style translated text overlays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accurate, and responsive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experience.</a:t>
            </a: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0BFBE0-8295-DA32-5F6D-B55894C4E4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7527" y="1735044"/>
            <a:ext cx="981733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Evolved from classical methods to deep learning, enabling accurate multilingual scene-text recognition.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NMT: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Modern systems provide fast, context-aware translation and handle mixed-language inputs effectively.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Advanced models generate natural, clear multilingual speech with improved pronunciation.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 Text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 enables placing translated text onto real-world images for better readability.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Systems: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Recent research integrates OCR, translation, TTS, and AR to create unified, intelligent text-processing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193" y="385894"/>
            <a:ext cx="10738607" cy="1304794"/>
          </a:xfrm>
        </p:spPr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86106"/>
            <a:ext cx="10738607" cy="199085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Image Capture &amp; Upload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or captures an image.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sends image + target language to backend.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Preprocessing (Optional)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enhancements like resize and contrast adjustments to improve OCR.</a:t>
            </a: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A7F734-88A7-8637-4FD1-E627AD7A5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73" y="1785912"/>
            <a:ext cx="9088118" cy="22291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63464-8B94-1EEB-AEA1-959C3A16A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97" y="805343"/>
            <a:ext cx="10665903" cy="537162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OCR Extraction (Tesseract.js)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text, detects word positions, and provides confidence scores.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Translation (Google Translate API)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extracted text into the selected target language.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Text-to-Speech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MP3 audio of the translated text for playback.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AR Overlay (Canvas)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Draws original image and overlays translated text using OCR bounding boxes.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Final Output &amp; UI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displays extracted text, translation, overlay image, and audio with download options.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8463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Material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F30310-B58C-162A-F3CA-21AECAF7B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469" y="1504604"/>
            <a:ext cx="8969433" cy="2870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ICDAR Scene Text: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Real-world images with multilingual text for OCR testing.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MLT Dataset: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Multi-language scene text dataset for script and language recognition.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COCO-Text: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Large collection of natural images with visible text.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SynthText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Synthetic images used to increase OCR training/testing variety.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OPUS /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OpenSubtitles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Multilingual text pairs useful for translation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B195-BAEF-EEEF-262E-90793E5B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718" y="842682"/>
            <a:ext cx="10520082" cy="84800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to datasets: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23F0-5BD7-68C7-CFD5-6BCC46DEB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24" y="1837765"/>
            <a:ext cx="10318376" cy="3757692"/>
          </a:xfrm>
        </p:spPr>
        <p:txBody>
          <a:bodyPr>
            <a:noAutofit/>
          </a:bodyPr>
          <a:lstStyle/>
          <a:p>
            <a:pPr lvl="1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SynthText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(Search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SynthText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dataset' or refer to relevant research papers)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ICDAR Datasets: </a:t>
            </a: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https://rrc.cvc.uab.es/?com=d&amp;a=view&amp;e=2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COCO-Text: </a:t>
            </a: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https://cocodataset.org/#captions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(Refer to COCO-Text paper for specific access)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WMT Datasets: </a:t>
            </a: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http://www.statmt.org/wmt21/translation-task.html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(Links vary by year)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Opus Corpus: </a:t>
            </a: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https://opus.nlpl.eu/</a:t>
            </a:r>
          </a:p>
          <a:p>
            <a:pPr lvl="1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LJSpeech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https://keithito.com/LJ-Speech-Dataset/</a:t>
            </a:r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814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6AD548-5C25-B4AC-FC78-7B611BCBF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30898" y="1600758"/>
            <a:ext cx="8546982" cy="463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AA141798-3405-C02F-0806-8C2700F57B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71626" y="3104626"/>
            <a:ext cx="476774" cy="47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8439B-83A4-48AD-953F-9EA20A29E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3" y="532015"/>
            <a:ext cx="10830098" cy="56449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(Next.js + TypeScript)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image upload/capture, language selection, and output preview.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original image, overlay, audio, progress, and errors.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Tailwind CSS + Framer Motion for responsive and smooth UI.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backend via POST 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/translate.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(Node.js + Express)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image upload and CORS/env configuration.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text + bounding boxes using Tesseract.js.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text via Google Translate API.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MP3 audio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Draws translated text on image using Canvas.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Workflow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request → OCR → Translation → TTS → Overlay → Return JSON + base64 outputs.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74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793" y="390293"/>
            <a:ext cx="10734414" cy="723452"/>
          </a:xfrm>
        </p:spPr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37F1DE-381D-FB05-A3D6-040A891374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7287" y="1113745"/>
            <a:ext cx="10133902" cy="4817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Accuracy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high-accuracy multilingual text extraction on clear images.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Quality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consistent, context-aware translations across 12+ languages.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TTS Output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clear, natural MP3 speech with smooth playback on all devices.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Speed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Completes the full OCR-to-overlay pipeline in about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2–4 seconds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Overlay Performance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places translated text using OCR boxes with clean, readable overlays.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reliably even on low-light, blurred, angled, or mixed-language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DA5E-74B1-8CDD-24BA-D680AA98C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AR-MULTI++ in Action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5AEF7-2F52-9949-A3D1-1B699DDF6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128" y="1690688"/>
            <a:ext cx="9211110" cy="422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34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C092-EB31-97E5-680B-B9C67CBD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Output: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3EC8B5-7E5B-8DCF-FC7A-FF1A9A30C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773" y="1825625"/>
            <a:ext cx="92704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66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DBC4A4-5A12-CFDF-D51F-01F17189D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1571" y="1576326"/>
            <a:ext cx="954667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OCR, translation, TTS, and AR overlay in one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multilingual text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Delivers fast and smooth end-to-end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clean, responsive, and user-friendly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real-world text understanding across languages.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90562-6910-FEDE-39F3-0790145363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3694" y="1479714"/>
            <a:ext cx="10260106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Features for Context –Aware speech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Recognization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-Pittsburgh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PA; U.S.A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.(2016)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AugmentedRealityforSceneTextRecognition,Visualizationand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ReadingtoAssistVisuallyImpairedPeople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Procedia Computer Science 207 </a:t>
            </a:r>
            <a:r>
              <a:rPr lang="it-I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(2022)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augmented reality multimedia technology to construct a platform for translation and teaching system(2024)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-School of Chinese Language and Literature, Liaoning Normal University, Dalian, 116021, China 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X.; Zou, D.; Cheng, G.; Xie, H. A Systematic Review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ARandVREnhancedLanguage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Learning. Sustainability 2021, 13, 4639.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https://doi.org/10.3390/su13094639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(2021)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5862AD7D-7586-AF7B-4479-2BF323085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070" y="2883243"/>
            <a:ext cx="9868930" cy="2374557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2291</TotalTime>
  <Words>1409</Words>
  <Application>Microsoft Office PowerPoint</Application>
  <PresentationFormat>Widescreen</PresentationFormat>
  <Paragraphs>132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Times New Roman</vt:lpstr>
      <vt:lpstr>Office Theme</vt:lpstr>
      <vt:lpstr>AR-MULTI++ Web: Context-Aware Multilingual Scene Text Recognition, Translation,                  and Voice Output with  Augmented Reality Simulation</vt:lpstr>
      <vt:lpstr>PowerPoint Presentation</vt:lpstr>
      <vt:lpstr>Abstract</vt:lpstr>
      <vt:lpstr>Introduction</vt:lpstr>
      <vt:lpstr>Existing System</vt:lpstr>
      <vt:lpstr>Proposed System: AR-MULTI++</vt:lpstr>
      <vt:lpstr>System Flowchart Diagram</vt:lpstr>
      <vt:lpstr>Explanation of Components</vt:lpstr>
      <vt:lpstr>Project Objectives</vt:lpstr>
      <vt:lpstr>Related Work</vt:lpstr>
      <vt:lpstr>Methodology</vt:lpstr>
      <vt:lpstr>PowerPoint Presentation</vt:lpstr>
      <vt:lpstr>Dataset Material</vt:lpstr>
      <vt:lpstr>Links to datasets: </vt:lpstr>
      <vt:lpstr>Implementation</vt:lpstr>
      <vt:lpstr>PowerPoint Presentation</vt:lpstr>
      <vt:lpstr>Results and Performance</vt:lpstr>
      <vt:lpstr>AR-MULTI++ in Action Interface :</vt:lpstr>
      <vt:lpstr>Output: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Annen</dc:creator>
  <cp:lastModifiedBy>Navya Maram</cp:lastModifiedBy>
  <cp:revision>6</cp:revision>
  <dcterms:created xsi:type="dcterms:W3CDTF">2025-07-16T16:26:22Z</dcterms:created>
  <dcterms:modified xsi:type="dcterms:W3CDTF">2026-03-22T09:12:49Z</dcterms:modified>
</cp:coreProperties>
</file>